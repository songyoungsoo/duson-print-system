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 인쇄 산업 현황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및 국내 시장 동향과 미래 전망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시대를 돌파하는 6천억 달러 산업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862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$594B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글로벌 상업 인쇄 시장 규모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0" y="1645920"/>
            <a:ext cx="3886200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20116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97BC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39조원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800600" y="29260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2030년 국내 시장 전망치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PARADIGM SHIFT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니치(Niche)에서 메인스트림(Mainstream)으로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인쇄로의 전면적 전환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0" y="1645920"/>
            <a:ext cx="3657600" cy="2743200"/>
          </a:xfrm>
          <a:prstGeom prst="rect">
            <a:avLst/>
          </a:prstGeom>
          <a:solidFill>
            <a:srgbClr val="E8EA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패키징 성장률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2743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9.95%</a:t>
            </a:r>
            <a:endParaRPr lang="en-US" sz="7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GROWTH SECTOR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차세대 성장 동력: 패키징 &amp; 라벨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 확충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종이 패키징 시장 지속 성장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560320" cy="2286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친환경 전환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플라스틱 대체 수요 급증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산업이 직면한 3대 위협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인력난 (Labor Shortage)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운영 비용 상승 (Operating Costs)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경제 불확실성 (Economic Uncertainty)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OUTLOOK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돌파구: 핵심 기회 요인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0" y="1828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ADAPT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2C5F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FADE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Printing Industry Status 2026</dc:title>
  <dc:subject>PptxGenJS Presentation</dc:subject>
  <dc:creator>AI Agent Team</dc:creator>
  <cp:lastModifiedBy>AI Agent Team</cp:lastModifiedBy>
  <cp:revision>1</cp:revision>
  <dcterms:created xsi:type="dcterms:W3CDTF">2026-03-04T14:56:28Z</dcterms:created>
  <dcterms:modified xsi:type="dcterms:W3CDTF">2026-03-04T14:56:28Z</dcterms:modified>
</cp:coreProperties>
</file>