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274320" cy="3657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생성형 AI가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및 전단지 디자인에 미치는 영향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산업 동향 및 실무 적용 사례 분석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INDUSTRY SHIFT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인프라 도입의 가속화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0116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미국 인쇄 업체의 AI 도입률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82880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단계를 넘어선 본격적인 도입
</a:t>
            </a:r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Canva Magic Studio 등 생성형 AI 툴은 기존 전단지(Flyer) 워크플로우를 혁신하는 인프라로 자리 잡았습니다.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 DISRUPTION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비용과 시간의 혁신적 단축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86200" cy="22860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20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Minutes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백지에서 인쇄용 초안 완성까지.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(기존 수작업: 2~4시간)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1645920"/>
            <a:ext cx="3886200" cy="228600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27000" dist="38100" dir="54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920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18% Cost Reduction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74920" y="2560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색상 보정, 가변 데이터 배치 등 프리프레스(Pre-press) 자동화를 통한 비용 절감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SKILLSET EVOLUTION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우선(Prompt-First) 워크플로우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86200" cy="457200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" name="Shape 3"/>
          <p:cNvSpPr/>
          <p:nvPr/>
        </p:nvSpPr>
        <p:spPr>
          <a:xfrm>
            <a:off x="4800600" y="1645920"/>
            <a:ext cx="38862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 (Pixel Pushing)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00600" y="16459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(Prompt Curation)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88620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빈 캔버스에서 시작
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단일 시안 제작에 수 시간 소요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2103120"/>
            <a:ext cx="3886200" cy="1828800"/>
          </a:xfrm>
          <a:prstGeom prst="rect">
            <a:avLst/>
          </a:prstGeom>
          <a:solidFill>
            <a:srgbClr val="E8F0FE"/>
          </a:solidFill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프롬프트로 50+ 레이아웃 즉시 생성
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브랜드 가이드라인 준수 여부 검토에 집중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CASE STUDIES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 플랫폼의 AI 내재화 사례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371600" cy="3657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(비즈하우스)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146304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내 AI 서비스 탑재로 신규 가입자 4배 증가
</a:t>
            </a:r>
            <a:endParaRPr lang="en-US" sz="15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소상공인들이 디자인 외주 비용 절감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1212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2286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산업의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양극화와 진화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0" y="914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디자인의 대중화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0" y="1463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비즈니스 오너가 전문가 없이도 수준 높은 전단지를 직접 제작 가능.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전문가의 초능력화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0" y="3108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 디자이너는 속도와 변주 능력을 무기로 단가 상승 (프리랜서 59% 단가 인상 성공).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Impact on Print &amp; Flyer Design</dc:title>
  <dc:subject>PptxGenJS Presentation</dc:subject>
  <dc:creator>AI Agent Team</dc:creator>
  <cp:lastModifiedBy>AI Agent Team</cp:lastModifiedBy>
  <cp:revision>1</cp:revision>
  <dcterms:created xsi:type="dcterms:W3CDTF">2026-03-04T14:40:16Z</dcterms:created>
  <dcterms:modified xsi:type="dcterms:W3CDTF">2026-03-04T14:40:16Z</dcterms:modified>
</cp:coreProperties>
</file>